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A1A1D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548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429000" y="941832"/>
            <a:ext cx="201168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2651760" cy="274320"/>
          </a:xfrm>
          <a:prstGeom prst="roundRect">
            <a:avLst>
              <a:gd name="adj" fmla="val 13333"/>
            </a:avLst>
          </a:prstGeom>
          <a:solidFill>
            <a:srgbClr val="1A1A1D"/>
          </a:solidFill>
          <a:ln w="9525">
            <a:solidFill>
              <a:srgbClr val="2A2A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63624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SISTEMA_ACTIVO_V2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Aquí no se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enseña. </a:t>
            </a:r>
            <a:pPr indent="0" marL="0">
              <a:buNone/>
            </a:pPr>
            <a:r>
              <a:rPr lang="en-US" sz="5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ejecuta.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operativo que el estudiante moderno necesita.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Juan Cruz · Founder  ·  Reunión de equipo · 18 abr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FRICCIÓN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portales de apuntes son cementerios de PDFs.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 no es la falta de información — es la fricción para usarla.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62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de 500 páginas sin navegación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alumno lee de corrido o saltea al azar.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Apuntes dispersos entre materias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2715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conecta un concepto con el siguiente.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296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0998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feedback hasta el examen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14400" y="3374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da cuenta de lo que no sabía cuando ya es tarde.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3133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758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durante horas qué es importante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914400" y="40325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70% del tiempo se pierde decidiendo qué estudiar.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760720" y="1737360"/>
            <a:ext cx="3017520" cy="27432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60720" y="173736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852160" y="19202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7200" dirty="0"/>
          </a:p>
        </p:txBody>
      </p:sp>
      <p:sp>
        <p:nvSpPr>
          <p:cNvPr id="21" name="Text 15"/>
          <p:cNvSpPr/>
          <p:nvPr/>
        </p:nvSpPr>
        <p:spPr>
          <a:xfrm>
            <a:off x="594360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tiempo de estudio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94360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pierde decidiendo qué estudiar, no estudiando.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PREGUNTA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¿Y si el material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adaptara a </a:t>
            </a:r>
            <a:pPr algn="ctr" indent="0" marL="0">
              <a:buNone/>
            </a:pPr>
            <a:r>
              <a:rPr lang="en-US" sz="4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vos</a:t>
            </a:r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cosas que hoy no existen en ninguna plataforma educativa argentina.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Priorizar lo que no sabés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 que ya dominás.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a tu nivel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al nivel del manual.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 ahora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la próxima clase.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ES NEXUS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sistema operativo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cada alumno. </a:t>
            </a:r>
            <a:pPr indent="0" marL="0">
              <a:buNone/>
            </a:pPr>
            <a:r>
              <a:rPr lang="en-US" sz="3000" b="1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escala.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 no es un portal de apuntes.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un sistema que entiende dónde estás débil, que conoce el programa exacto de tu carrera, y que te explica cada concepto con el tono y la profundidad que vos necesitás — no el del manual genérico.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2377440"/>
            <a:ext cx="3017520" cy="548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49631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55080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 de vos mientras lo usás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60720" y="3063240"/>
            <a:ext cx="3017520" cy="548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18211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Respuestas con origen verificable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760720" y="3749040"/>
            <a:ext cx="3017520" cy="548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86791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Latencia humana (y a veces mejor)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 TÁCTICO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cosas que hacen que NEXUS no se rompa.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que ninguna plataforma educativa argentina hoy combina las tres.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2651760" cy="2834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83080"/>
            <a:ext cx="265176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31520" cy="73152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ADAPTATIVO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Entiende qué dominás y qué no. Te lleva a lo que te falta, no a lo que ya sabés.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783080"/>
            <a:ext cx="2651760" cy="2834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5780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74720" y="2103120"/>
            <a:ext cx="731520" cy="73152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VERIFICADO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47472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respuesta sale del material oficial del curso. Sin inventar. Sin improvisar.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80760" y="1783080"/>
            <a:ext cx="2651760" cy="28346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80760" y="178308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9244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09360" y="2103120"/>
            <a:ext cx="731520" cy="73152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INSTANTÁNEO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30936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antes que termines de leer la pregunta. Estudiar pierde la fricción.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EXPERIENCIA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Así se siente estudiar con NEXUS.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111113"/>
          </a:solidFill>
          <a:ln w="19050">
            <a:solidFill>
              <a:srgbClr val="1F1F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754880" cy="320040"/>
          </a:xfrm>
          <a:prstGeom prst="rect">
            <a:avLst/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51790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151790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4264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portal-fce.app  ·  ciclo inicial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dice Bourdieu sobre el Estado?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4389120" cy="1737360"/>
          </a:xfrm>
          <a:prstGeom prst="roundRect">
            <a:avLst>
              <a:gd name="adj" fmla="val 3158"/>
            </a:avLst>
          </a:prstGeom>
          <a:solidFill>
            <a:srgbClr val="1A1A1D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688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Respuesta verificada · 87 ms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Estado detenta el monopolio de la violencia física </a:t>
            </a:r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simbólica legítima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un territorio. Bourdieu rectifica a Weber incorporando la dimensión simbólica…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18-1-1990 · pág. 3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55448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521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Instalable como app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5216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celular, offline, sin tiendas.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04288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52160" y="2258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con citas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852160" y="2532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 sabés de dónde sale la respuesta.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054096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852160" y="3008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 tu estilo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852160" y="32826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Cuanto más la usás, mejor responde.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803904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5216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Mide tu progreso real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852160" y="40325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puntos — comprensión.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VALIDACIÓN REAL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#1 del mundo.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por qué ese dato vale más que mil encuestas.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26517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73152" cy="2651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Estudia solo con NEXUS. A los 60 años, está aprendiendo Sociología, Contabilidad y Administración con una herramienta que hace cuatro meses no existía.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1546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Néstor, auditor de contenido · sujeto de estudio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35661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NEXUS funciona para alguien que nunca tuvo una app educativa, funciona para cualquiera que entra a primer año.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NUEVA CARA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así se ve NEXUS, hoy.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Branding oficial. Sovereign Protocol · v2.4. Integrado hoy.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5394960" cy="2971800"/>
          </a:xfrm>
          <a:prstGeom prst="roundRect">
            <a:avLst>
              <a:gd name="adj" fmla="val 3077"/>
            </a:avLst>
          </a:prstGeom>
          <a:solidFill>
            <a:srgbClr val="050506"/>
          </a:solidFill>
          <a:ln w="19050">
            <a:solidFill>
              <a:srgbClr val="2A2A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5394960" cy="4572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48840"/>
            <a:ext cx="5394960" cy="0"/>
          </a:xfrm>
          <a:prstGeom prst="line">
            <a:avLst/>
          </a:prstGeom>
          <a:noFill/>
          <a:ln w="6350">
            <a:solidFill>
              <a:srgbClr val="1F1F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01368"/>
            <a:ext cx="1417320" cy="237744"/>
          </a:xfrm>
          <a:prstGeom prst="roundRect">
            <a:avLst>
              <a:gd name="adj" fmla="val 11538"/>
            </a:avLst>
          </a:prstGeom>
          <a:solidFill>
            <a:srgbClr val="1A1A1D"/>
          </a:solidFill>
          <a:ln w="6350">
            <a:solidFill>
              <a:srgbClr val="2A2A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1883664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01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SISTEMA_ACTIVO_V2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5394960" y="1801368"/>
            <a:ext cx="237744" cy="237744"/>
          </a:xfrm>
          <a:prstGeom prst="ellipse">
            <a:avLst/>
          </a:prstGeom>
          <a:solidFill>
            <a:srgbClr val="1A1A1D"/>
          </a:solidFill>
          <a:ln w="6350">
            <a:solidFill>
              <a:srgbClr val="2A2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" y="228600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774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1A1A1D"/>
          </a:solidFill>
          <a:ln w="6350">
            <a:solidFill>
              <a:srgbClr val="2A2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423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29718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A1A1D"/>
          </a:solidFill>
          <a:ln w="5080">
            <a:solidFill>
              <a:srgbClr val="2A2A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081528"/>
            <a:ext cx="73152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29718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" y="3319272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11113"/>
          </a:solidFill>
          <a:ln w="5080">
            <a:solidFill>
              <a:srgbClr val="1F1F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429000"/>
            <a:ext cx="7315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3192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Itinerarios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" y="3666744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11113"/>
          </a:solidFill>
          <a:ln w="5080">
            <a:solidFill>
              <a:srgbClr val="1F1F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776472"/>
            <a:ext cx="731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6667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Metacognición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" y="4014216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11113"/>
          </a:solidFill>
          <a:ln w="5080">
            <a:solidFill>
              <a:srgbClr val="1F1F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123944"/>
            <a:ext cx="7315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4014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0" y="2286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de </a:t>
            </a:r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828800" y="257860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de alto rendimiento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828800" y="2834640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050506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29260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8895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PÁNICO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31720" y="309067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Entrenamiento bajo presión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1828800" y="3474720"/>
            <a:ext cx="1203960" cy="822960"/>
          </a:xfrm>
          <a:prstGeom prst="roundRect">
            <a:avLst>
              <a:gd name="adj" fmla="val 7778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0" y="3566160"/>
            <a:ext cx="1021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PRECISIÓN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1920240" y="3749040"/>
            <a:ext cx="102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94.2%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3124200" y="3474720"/>
            <a:ext cx="1203960" cy="822960"/>
          </a:xfrm>
          <a:prstGeom prst="roundRect">
            <a:avLst>
              <a:gd name="adj" fmla="val 7778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15640" y="3566160"/>
            <a:ext cx="1021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215640" y="3749040"/>
            <a:ext cx="102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1.2s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4419600" y="3474720"/>
            <a:ext cx="1203960" cy="822960"/>
          </a:xfrm>
          <a:prstGeom prst="roundRect">
            <a:avLst>
              <a:gd name="adj" fmla="val 7778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11040" y="3566160"/>
            <a:ext cx="1021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DOMINIO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511040" y="3749040"/>
            <a:ext cx="102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1,240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943600" y="1691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SOVEREIGN PROTOCOL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identidad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594360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</a:t>
            </a:r>
            <a:pPr indent="0" marL="0">
              <a:buNone/>
            </a:pPr>
            <a:r>
              <a:rPr lang="en-US" sz="2400" b="1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ejecuta.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5943600" y="3108960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182112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050506"/>
          </a:solidFill>
          <a:ln w="6350">
            <a:solidFill>
              <a:srgbClr val="2A2A2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31638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Void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33284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#050506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43600" y="3584448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3657600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3639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Tactical Green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0" y="38039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#4ADE80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943600" y="4059936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111113"/>
          </a:solidFill>
          <a:ln w="6350">
            <a:solidFill>
              <a:srgbClr val="1F1F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35040" y="4133088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4114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Purple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4279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#A855F7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943600" y="4572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 · Paleta · Tipografía · Primer mockup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ACTUAL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estamos hoy.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una idea. Ya está en producción.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783080"/>
            <a:ext cx="2011680" cy="23774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783080"/>
            <a:ext cx="20116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5488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Materias cubiertas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Contabilidad · Sociales · Administración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05456" y="1783080"/>
            <a:ext cx="2011680" cy="23774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05456" y="1783080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596896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Conceptos verificados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96896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citas al material oficial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783080"/>
            <a:ext cx="2011680" cy="23774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783080"/>
            <a:ext cx="20116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718304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· offline-ready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instala sin tiendas de apps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783080"/>
            <a:ext cx="2011680" cy="23774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8272" y="178308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20/4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839712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institucional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9712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Lunes próximo · facultad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Meses adelantados 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respecto a cualquier intento similar en la región.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VIENE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ruta de acá a fin de semestre.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25400">
            <a:solidFill>
              <a:srgbClr val="1F1F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965960"/>
            <a:ext cx="274320" cy="274320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505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651760" cy="21031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60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institucional 20/4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Audiencia: facultad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Néstor documentado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34840" y="1965960"/>
            <a:ext cx="274320" cy="274320"/>
          </a:xfrm>
          <a:prstGeom prst="ellipse">
            <a:avLst/>
          </a:prstGeom>
          <a:solidFill>
            <a:srgbClr val="A855F7"/>
          </a:solidFill>
          <a:ln w="25400">
            <a:solidFill>
              <a:srgbClr val="0505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46120" y="2423160"/>
            <a:ext cx="2651760" cy="21031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560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 de contenido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7472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 interfaz (rebranding)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Ingreso de materias restantes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Apertura a primeros usuarios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223760" y="1965960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5050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3504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035040" y="2423160"/>
            <a:ext cx="2651760" cy="21031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560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Piloto multi-alumno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6364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real a escala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Iteración de UX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de aprendizaje real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EQUIPO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Ninguna pieza es reemplazable.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uno resuelve un problema que yo solo no puedo.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" y="1691640"/>
            <a:ext cx="4023360" cy="14173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" y="1691640"/>
            <a:ext cx="73152" cy="1417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9202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730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Alejandra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57300" y="2167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INSTITUCIONAL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8660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las puertas que el producto solo no puede abrir. Sin universidad, no hay validación.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86300" y="1691640"/>
            <a:ext cx="4023360" cy="14173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6300" y="1691640"/>
            <a:ext cx="73152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9202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926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Lucho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09260" y="2167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60620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que aprende a construir con nosotros. Cada línea que sume es una línea que no dependo de tener yo.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4340" y="3291840"/>
            <a:ext cx="4023360" cy="14173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4340" y="3291840"/>
            <a:ext cx="73152" cy="1417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5204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5730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Néstor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257300" y="3767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· USUARIO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08660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único que nos dice si esto realmente enseña. Sin él, volamos a ciegas.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86300" y="3291840"/>
            <a:ext cx="4023360" cy="14173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86300" y="32918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52044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0926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Vladimir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509260" y="3767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60620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que traduce lo que hacemos a algo que la gente entienda en 5 segundos.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PIDO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les pido hoy.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vueltas.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160520" cy="12801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Compromiso antes que sueldo.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Esto hoy no paga. En unos meses sí. Si vas a estar, estás ahora — no después cuando es fácil.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4160520" cy="12801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2356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Confianza en el plan.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 meses adelantados a quien intenta esto mismo. Mantener esa ventaja es cuestión de no distraerse.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160520" cy="12801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Aporte desde tu rol.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necesito que todos hagan de todo. Necesito que cada uno mueva fuerte la pieza que le toca.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200400"/>
            <a:ext cx="4160520" cy="12801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235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Discreción.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2356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resolvemos problemas técnicos se queda adentro. La ventaja se protege.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9525">
            <a:solidFill>
              <a:srgbClr val="1F1F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NEXUS_ · SOVEREIGN_PROTOCOL · 18-04-2026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LISTOS PARA DESPLIEGUE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Aquí se viene </a:t>
            </a:r>
            <a:pPr indent="0" marL="0">
              <a:buNone/>
            </a:pPr>
            <a:r>
              <a:rPr lang="en-US" sz="4400" b="1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ejecutar.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 perder </a:t>
            </a:r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tiempo.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1371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 por estar.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Juan Cruz · Founder · 18-04-2026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59436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A1A1D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594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6775704" y="6309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60" b="1" spc="200" kern="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</a:t>
            </a:r>
            <a:endParaRPr lang="en-US" sz="2560" dirty="0"/>
          </a:p>
        </p:txBody>
      </p:sp>
      <p:sp>
        <p:nvSpPr>
          <p:cNvPr id="13" name="Shape 11"/>
          <p:cNvSpPr/>
          <p:nvPr/>
        </p:nvSpPr>
        <p:spPr>
          <a:xfrm>
            <a:off x="8385048" y="945490"/>
            <a:ext cx="160934" cy="5120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Reunión de equipo</dc:title>
  <dc:subject>PptxGenJS Presentation</dc:subject>
  <dc:creator>Juan · NEXUS Portal FCE</dc:creator>
  <cp:lastModifiedBy>Juan · NEXUS Portal FCE</cp:lastModifiedBy>
  <cp:revision>1</cp:revision>
  <dcterms:created xsi:type="dcterms:W3CDTF">2026-04-18T17:47:40Z</dcterms:created>
  <dcterms:modified xsi:type="dcterms:W3CDTF">2026-04-18T17:47:40Z</dcterms:modified>
</cp:coreProperties>
</file>